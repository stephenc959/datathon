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ptos"/>
          <a:ea typeface="Aptos"/>
          <a:cs typeface="Aptos"/>
        </a:font>
        <a:srgbClr val="36343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0E7D9"/>
          </a:solidFill>
        </a:fill>
      </a:tcStyle>
    </a:wholeTbl>
    <a:band2H>
      <a:tcTxStyle b="def" i="def"/>
      <a:tcStyle>
        <a:tcBdr/>
        <a:fill>
          <a:solidFill>
            <a:srgbClr val="F8F4ED"/>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ptos"/>
          <a:ea typeface="Aptos"/>
          <a:cs typeface="Aptos"/>
        </a:font>
        <a:srgbClr val="36343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FDC"/>
          </a:solidFill>
        </a:fill>
      </a:tcStyle>
    </a:wholeTbl>
    <a:band2H>
      <a:tcTxStyle b="def" i="def"/>
      <a:tcStyle>
        <a:tcBdr/>
        <a:fill>
          <a:solidFill>
            <a:srgbClr val="EAF0EE"/>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ptos"/>
          <a:ea typeface="Aptos"/>
          <a:cs typeface="Aptos"/>
        </a:font>
        <a:srgbClr val="36343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2DBD0"/>
          </a:solidFill>
        </a:fill>
      </a:tcStyle>
    </a:wholeTbl>
    <a:band2H>
      <a:tcTxStyle b="def" i="def"/>
      <a:tcStyle>
        <a:tcBdr/>
        <a:fill>
          <a:solidFill>
            <a:srgbClr val="F1EEE9"/>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ptos"/>
          <a:ea typeface="Aptos"/>
          <a:cs typeface="Aptos"/>
        </a:font>
        <a:srgbClr val="36343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
          <a:latin typeface="Aptos"/>
          <a:ea typeface="Aptos"/>
          <a:cs typeface="Apto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a:ea typeface="Aptos"/>
          <a:cs typeface="Aptos"/>
        </a:font>
        <a:srgbClr val="363434"/>
      </a:tcTxStyle>
      <a:tcStyle>
        <a:tcBdr>
          <a:left>
            <a:ln w="12700" cap="flat">
              <a:noFill/>
              <a:miter lim="400000"/>
            </a:ln>
          </a:left>
          <a:right>
            <a:ln w="12700" cap="flat">
              <a:noFill/>
              <a:miter lim="400000"/>
            </a:ln>
          </a:right>
          <a:top>
            <a:ln w="50800" cap="flat">
              <a:solidFill>
                <a:srgbClr val="363434"/>
              </a:solidFill>
              <a:prstDash val="solid"/>
              <a:round/>
            </a:ln>
          </a:top>
          <a:bottom>
            <a:ln w="25400" cap="flat">
              <a:solidFill>
                <a:srgbClr val="363434"/>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a:ea typeface="Aptos"/>
          <a:cs typeface="Aptos"/>
        </a:font>
        <a:srgbClr val="FFFFFF"/>
      </a:tcTxStyle>
      <a:tcStyle>
        <a:tcBdr>
          <a:left>
            <a:ln w="12700" cap="flat">
              <a:noFill/>
              <a:miter lim="400000"/>
            </a:ln>
          </a:left>
          <a:right>
            <a:ln w="12700" cap="flat">
              <a:noFill/>
              <a:miter lim="400000"/>
            </a:ln>
          </a:right>
          <a:top>
            <a:ln w="25400" cap="flat">
              <a:solidFill>
                <a:srgbClr val="363434"/>
              </a:solidFill>
              <a:prstDash val="solid"/>
              <a:round/>
            </a:ln>
          </a:top>
          <a:bottom>
            <a:ln w="25400" cap="flat">
              <a:solidFill>
                <a:srgbClr val="36343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ptos"/>
          <a:ea typeface="Aptos"/>
          <a:cs typeface="Aptos"/>
        </a:font>
        <a:srgbClr val="36343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b="def" i="def"/>
      <a:tcStyle>
        <a:tcBdr/>
        <a:fill>
          <a:solidFill>
            <a:srgbClr val="E7E7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3434"/>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3434"/>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3434"/>
          </a:solidFill>
        </a:fill>
      </a:tcStyle>
    </a:firstRow>
  </a:tblStyle>
  <a:tblStyle styleId="{2708684C-4D16-4618-839F-0558EEFCDFE6}" styleName="">
    <a:tblBg/>
    <a:wholeTbl>
      <a:tcTxStyle b="off" i="off">
        <a:font>
          <a:latin typeface="Aptos"/>
          <a:ea typeface="Aptos"/>
          <a:cs typeface="Aptos"/>
        </a:font>
        <a:srgbClr val="363434"/>
      </a:tcTxStyle>
      <a:tcStyle>
        <a:tcBdr>
          <a:left>
            <a:ln w="12700" cap="flat">
              <a:solidFill>
                <a:srgbClr val="363434"/>
              </a:solidFill>
              <a:prstDash val="solid"/>
              <a:round/>
            </a:ln>
          </a:left>
          <a:right>
            <a:ln w="12700" cap="flat">
              <a:solidFill>
                <a:srgbClr val="363434"/>
              </a:solidFill>
              <a:prstDash val="solid"/>
              <a:round/>
            </a:ln>
          </a:right>
          <a:top>
            <a:ln w="12700" cap="flat">
              <a:solidFill>
                <a:srgbClr val="363434"/>
              </a:solidFill>
              <a:prstDash val="solid"/>
              <a:round/>
            </a:ln>
          </a:top>
          <a:bottom>
            <a:ln w="12700" cap="flat">
              <a:solidFill>
                <a:srgbClr val="363434"/>
              </a:solidFill>
              <a:prstDash val="solid"/>
              <a:round/>
            </a:ln>
          </a:bottom>
          <a:insideH>
            <a:ln w="12700" cap="flat">
              <a:solidFill>
                <a:srgbClr val="363434"/>
              </a:solidFill>
              <a:prstDash val="solid"/>
              <a:round/>
            </a:ln>
          </a:insideH>
          <a:insideV>
            <a:ln w="12700" cap="flat">
              <a:solidFill>
                <a:srgbClr val="363434"/>
              </a:solidFill>
              <a:prstDash val="solid"/>
              <a:round/>
            </a:ln>
          </a:insideV>
        </a:tcBdr>
        <a:fill>
          <a:solidFill>
            <a:srgbClr val="363434">
              <a:alpha val="20000"/>
            </a:srgbClr>
          </a:solidFill>
        </a:fill>
      </a:tcStyle>
    </a:wholeTbl>
    <a:band2H>
      <a:tcTxStyle b="def" i="def"/>
      <a:tcStyle>
        <a:tcBdr/>
        <a:fill>
          <a:solidFill>
            <a:srgbClr val="FFFFFF"/>
          </a:solidFill>
        </a:fill>
      </a:tcStyle>
    </a:band2H>
    <a:firstCol>
      <a:tcTxStyle b="on" i="off">
        <a:font>
          <a:latin typeface="Aptos"/>
          <a:ea typeface="Aptos"/>
          <a:cs typeface="Aptos"/>
        </a:font>
        <a:srgbClr val="363434"/>
      </a:tcTxStyle>
      <a:tcStyle>
        <a:tcBdr>
          <a:left>
            <a:ln w="12700" cap="flat">
              <a:solidFill>
                <a:srgbClr val="363434"/>
              </a:solidFill>
              <a:prstDash val="solid"/>
              <a:round/>
            </a:ln>
          </a:left>
          <a:right>
            <a:ln w="12700" cap="flat">
              <a:solidFill>
                <a:srgbClr val="363434"/>
              </a:solidFill>
              <a:prstDash val="solid"/>
              <a:round/>
            </a:ln>
          </a:right>
          <a:top>
            <a:ln w="12700" cap="flat">
              <a:solidFill>
                <a:srgbClr val="363434"/>
              </a:solidFill>
              <a:prstDash val="solid"/>
              <a:round/>
            </a:ln>
          </a:top>
          <a:bottom>
            <a:ln w="12700" cap="flat">
              <a:solidFill>
                <a:srgbClr val="363434"/>
              </a:solidFill>
              <a:prstDash val="solid"/>
              <a:round/>
            </a:ln>
          </a:bottom>
          <a:insideH>
            <a:ln w="12700" cap="flat">
              <a:solidFill>
                <a:srgbClr val="363434"/>
              </a:solidFill>
              <a:prstDash val="solid"/>
              <a:round/>
            </a:ln>
          </a:insideH>
          <a:insideV>
            <a:ln w="12700" cap="flat">
              <a:solidFill>
                <a:srgbClr val="363434"/>
              </a:solidFill>
              <a:prstDash val="solid"/>
              <a:round/>
            </a:ln>
          </a:insideV>
        </a:tcBdr>
        <a:fill>
          <a:solidFill>
            <a:srgbClr val="363434">
              <a:alpha val="20000"/>
            </a:srgbClr>
          </a:solidFill>
        </a:fill>
      </a:tcStyle>
    </a:firstCol>
    <a:lastRow>
      <a:tcTxStyle b="on" i="off">
        <a:font>
          <a:latin typeface="Aptos"/>
          <a:ea typeface="Aptos"/>
          <a:cs typeface="Aptos"/>
        </a:font>
        <a:srgbClr val="363434"/>
      </a:tcTxStyle>
      <a:tcStyle>
        <a:tcBdr>
          <a:left>
            <a:ln w="12700" cap="flat">
              <a:solidFill>
                <a:srgbClr val="363434"/>
              </a:solidFill>
              <a:prstDash val="solid"/>
              <a:round/>
            </a:ln>
          </a:left>
          <a:right>
            <a:ln w="12700" cap="flat">
              <a:solidFill>
                <a:srgbClr val="363434"/>
              </a:solidFill>
              <a:prstDash val="solid"/>
              <a:round/>
            </a:ln>
          </a:right>
          <a:top>
            <a:ln w="50800" cap="flat">
              <a:solidFill>
                <a:srgbClr val="363434"/>
              </a:solidFill>
              <a:prstDash val="solid"/>
              <a:round/>
            </a:ln>
          </a:top>
          <a:bottom>
            <a:ln w="12700" cap="flat">
              <a:solidFill>
                <a:srgbClr val="363434"/>
              </a:solidFill>
              <a:prstDash val="solid"/>
              <a:round/>
            </a:ln>
          </a:bottom>
          <a:insideH>
            <a:ln w="12700" cap="flat">
              <a:solidFill>
                <a:srgbClr val="363434"/>
              </a:solidFill>
              <a:prstDash val="solid"/>
              <a:round/>
            </a:ln>
          </a:insideH>
          <a:insideV>
            <a:ln w="12700" cap="flat">
              <a:solidFill>
                <a:srgbClr val="363434"/>
              </a:solidFill>
              <a:prstDash val="solid"/>
              <a:round/>
            </a:ln>
          </a:insideV>
        </a:tcBdr>
        <a:fill>
          <a:noFill/>
        </a:fill>
      </a:tcStyle>
    </a:lastRow>
    <a:firstRow>
      <a:tcTxStyle b="on" i="off">
        <a:font>
          <a:latin typeface="Aptos"/>
          <a:ea typeface="Aptos"/>
          <a:cs typeface="Aptos"/>
        </a:font>
        <a:srgbClr val="363434"/>
      </a:tcTxStyle>
      <a:tcStyle>
        <a:tcBdr>
          <a:left>
            <a:ln w="12700" cap="flat">
              <a:solidFill>
                <a:srgbClr val="363434"/>
              </a:solidFill>
              <a:prstDash val="solid"/>
              <a:round/>
            </a:ln>
          </a:left>
          <a:right>
            <a:ln w="12700" cap="flat">
              <a:solidFill>
                <a:srgbClr val="363434"/>
              </a:solidFill>
              <a:prstDash val="solid"/>
              <a:round/>
            </a:ln>
          </a:right>
          <a:top>
            <a:ln w="12700" cap="flat">
              <a:solidFill>
                <a:srgbClr val="363434"/>
              </a:solidFill>
              <a:prstDash val="solid"/>
              <a:round/>
            </a:ln>
          </a:top>
          <a:bottom>
            <a:ln w="25400" cap="flat">
              <a:solidFill>
                <a:srgbClr val="363434"/>
              </a:solidFill>
              <a:prstDash val="solid"/>
              <a:round/>
            </a:ln>
          </a:bottom>
          <a:insideH>
            <a:ln w="12700" cap="flat">
              <a:solidFill>
                <a:srgbClr val="363434"/>
              </a:solidFill>
              <a:prstDash val="solid"/>
              <a:round/>
            </a:ln>
          </a:insideH>
          <a:insideV>
            <a:ln w="12700" cap="flat">
              <a:solidFill>
                <a:srgbClr val="36343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7" name="Shape 47"/>
          <p:cNvSpPr/>
          <p:nvPr>
            <p:ph type="sldImg"/>
          </p:nvPr>
        </p:nvSpPr>
        <p:spPr>
          <a:xfrm>
            <a:off x="1143000" y="685800"/>
            <a:ext cx="4572000" cy="3429000"/>
          </a:xfrm>
          <a:prstGeom prst="rect">
            <a:avLst/>
          </a:prstGeom>
        </p:spPr>
        <p:txBody>
          <a:bodyPr/>
          <a:lstStyle/>
          <a:p>
            <a:pPr/>
          </a:p>
        </p:txBody>
      </p:sp>
      <p:sp>
        <p:nvSpPr>
          <p:cNvPr id="48" name="Shape 4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ster A">
    <p:spTree>
      <p:nvGrpSpPr>
        <p:cNvPr id="1" name=""/>
        <p:cNvGrpSpPr/>
        <p:nvPr/>
      </p:nvGrpSpPr>
      <p:grpSpPr>
        <a:xfrm>
          <a:off x="0" y="0"/>
          <a:ext cx="0" cy="0"/>
          <a:chOff x="0" y="0"/>
          <a:chExt cx="0" cy="0"/>
        </a:xfrm>
      </p:grpSpPr>
      <p:sp>
        <p:nvSpPr>
          <p:cNvPr id="14" name="Body Level One…"/>
          <p:cNvSpPr txBox="1"/>
          <p:nvPr>
            <p:ph type="body" sz="quarter" idx="1" hasCustomPrompt="1"/>
          </p:nvPr>
        </p:nvSpPr>
        <p:spPr>
          <a:prstGeom prst="rect">
            <a:avLst/>
          </a:prstGeom>
        </p:spPr>
        <p:txBody>
          <a:bodyPr/>
          <a:lstStyle/>
          <a:p>
            <a:pPr/>
            <a:r>
              <a:t>This is the suggested format for captions.</a:t>
            </a:r>
          </a:p>
          <a:p>
            <a:pPr lvl="1"/>
            <a:r>
              <a:t/>
            </a:r>
          </a:p>
          <a:p>
            <a:pPr lvl="2"/>
            <a:r>
              <a:t/>
            </a:r>
          </a:p>
          <a:p>
            <a:pPr lvl="3"/>
            <a:r>
              <a:t/>
            </a:r>
          </a:p>
          <a:p>
            <a:pPr lvl="4"/>
            <a:r>
              <a:t/>
            </a:r>
          </a:p>
        </p:txBody>
      </p:sp>
      <p:sp>
        <p:nvSpPr>
          <p:cNvPr id="15" name="Text Placeholder 34"/>
          <p:cNvSpPr/>
          <p:nvPr>
            <p:ph type="body" sz="quarter" idx="21" hasCustomPrompt="1"/>
          </p:nvPr>
        </p:nvSpPr>
        <p:spPr>
          <a:xfrm>
            <a:off x="29220659" y="21247101"/>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16" name="Text Placeholder 34"/>
          <p:cNvSpPr/>
          <p:nvPr>
            <p:ph type="body" sz="quarter" idx="22" hasCustomPrompt="1"/>
          </p:nvPr>
        </p:nvSpPr>
        <p:spPr>
          <a:xfrm>
            <a:off x="29228597" y="16800514"/>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17" name="Text Placeholder 34"/>
          <p:cNvSpPr/>
          <p:nvPr>
            <p:ph type="body" sz="quarter" idx="23" hasCustomPrompt="1"/>
          </p:nvPr>
        </p:nvSpPr>
        <p:spPr>
          <a:xfrm>
            <a:off x="11415711" y="30191757"/>
            <a:ext cx="10058401" cy="1812245"/>
          </a:xfrm>
          <a:prstGeom prst="rect">
            <a:avLst/>
          </a:prstGeom>
        </p:spPr>
        <p:txBody>
          <a:bodyPr/>
          <a:lstStyle/>
          <a:p>
            <a:pPr/>
            <a:r>
              <a:t>This is the suggested format for captions.
Duis autem vel eum iriure dolor in hendrerit in vulputate velit esse molestie consequat.</a:t>
            </a:r>
          </a:p>
        </p:txBody>
      </p:sp>
      <p:sp>
        <p:nvSpPr>
          <p:cNvPr id="18" name="Text Placeholder 34"/>
          <p:cNvSpPr/>
          <p:nvPr>
            <p:ph type="body" sz="quarter" idx="24" hasCustomPrompt="1"/>
          </p:nvPr>
        </p:nvSpPr>
        <p:spPr>
          <a:xfrm>
            <a:off x="11415713" y="21298582"/>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19" name="Text Placeholder 34"/>
          <p:cNvSpPr/>
          <p:nvPr>
            <p:ph type="body" sz="quarter" idx="25" hasCustomPrompt="1"/>
          </p:nvPr>
        </p:nvSpPr>
        <p:spPr>
          <a:xfrm>
            <a:off x="18204316" y="16800514"/>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20" name="Text Placeholder 29"/>
          <p:cNvSpPr/>
          <p:nvPr>
            <p:ph type="body" sz="quarter" idx="26" hasCustomPrompt="1"/>
          </p:nvPr>
        </p:nvSpPr>
        <p:spPr>
          <a:xfrm>
            <a:off x="914399" y="3546473"/>
            <a:ext cx="42062401" cy="649923"/>
          </a:xfrm>
          <a:prstGeom prst="rect">
            <a:avLst/>
          </a:prstGeom>
          <a:noFill/>
        </p:spPr>
        <p:txBody>
          <a:bodyPr anchor="t"/>
          <a:lstStyle>
            <a:lvl1pPr defTabSz="4037990">
              <a:spcBef>
                <a:spcPts val="4400"/>
              </a:spcBef>
              <a:defRPr i="0" sz="3680">
                <a:solidFill>
                  <a:srgbClr val="FFFFFF"/>
                </a:solidFill>
              </a:defRPr>
            </a:lvl1pPr>
          </a:lstStyle>
          <a:p>
            <a:pPr/>
            <a:r>
              <a:t>Department of {Insert Name Here}, College {Insert Name Here}, Texas State University</a:t>
            </a:r>
          </a:p>
        </p:txBody>
      </p:sp>
      <p:sp>
        <p:nvSpPr>
          <p:cNvPr id="21" name="Text Placeholder 27"/>
          <p:cNvSpPr/>
          <p:nvPr>
            <p:ph type="body" sz="quarter" idx="27" hasCustomPrompt="1"/>
          </p:nvPr>
        </p:nvSpPr>
        <p:spPr>
          <a:xfrm>
            <a:off x="914399" y="2537430"/>
            <a:ext cx="42062401" cy="928716"/>
          </a:xfrm>
          <a:prstGeom prst="rect">
            <a:avLst/>
          </a:prstGeom>
          <a:noFill/>
        </p:spPr>
        <p:txBody>
          <a:bodyPr anchor="t"/>
          <a:lstStyle>
            <a:lvl1pPr defTabSz="3994099">
              <a:spcBef>
                <a:spcPts val="4300"/>
              </a:spcBef>
              <a:defRPr i="0" sz="5460">
                <a:solidFill>
                  <a:srgbClr val="FFFFFF"/>
                </a:solidFill>
              </a:defRPr>
            </a:lvl1pPr>
          </a:lstStyle>
          <a:p>
            <a:pPr/>
            <a:r>
              <a:t>Presenter Name, Associates and Collaborators</a:t>
            </a:r>
          </a:p>
        </p:txBody>
      </p:sp>
      <p:sp>
        <p:nvSpPr>
          <p:cNvPr id="22" name="Title Text"/>
          <p:cNvSpPr txBox="1"/>
          <p:nvPr>
            <p:ph type="title"/>
          </p:nvPr>
        </p:nvSpPr>
        <p:spPr>
          <a:prstGeom prst="rect">
            <a:avLst/>
          </a:prstGeom>
        </p:spPr>
        <p:txBody>
          <a:bodyPr/>
          <a:lstStyle/>
          <a:p>
            <a:pPr/>
            <a:r>
              <a:t>Title Text</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ster B">
    <p:spTree>
      <p:nvGrpSpPr>
        <p:cNvPr id="1" name=""/>
        <p:cNvGrpSpPr/>
        <p:nvPr/>
      </p:nvGrpSpPr>
      <p:grpSpPr>
        <a:xfrm>
          <a:off x="0" y="0"/>
          <a:ext cx="0" cy="0"/>
          <a:chOff x="0" y="0"/>
          <a:chExt cx="0" cy="0"/>
        </a:xfrm>
      </p:grpSpPr>
      <p:sp>
        <p:nvSpPr>
          <p:cNvPr id="30" name="Rectangle 40"/>
          <p:cNvSpPr/>
          <p:nvPr/>
        </p:nvSpPr>
        <p:spPr>
          <a:xfrm>
            <a:off x="0" y="0"/>
            <a:ext cx="43891200" cy="4572000"/>
          </a:xfrm>
          <a:prstGeom prst="rect">
            <a:avLst/>
          </a:prstGeom>
          <a:solidFill>
            <a:srgbClr val="FFFFFF"/>
          </a:solidFill>
          <a:ln w="12700">
            <a:miter lim="400000"/>
          </a:ln>
        </p:spPr>
        <p:txBody>
          <a:bodyPr lIns="45719" rIns="45719" anchor="ctr"/>
          <a:lstStyle/>
          <a:p>
            <a:pPr algn="ctr">
              <a:defRPr>
                <a:solidFill>
                  <a:srgbClr val="FFFFFF"/>
                </a:solidFill>
              </a:defRPr>
            </a:pPr>
          </a:p>
        </p:txBody>
      </p:sp>
      <p:pic>
        <p:nvPicPr>
          <p:cNvPr id="31" name="Picture 41" descr="Picture 41"/>
          <p:cNvPicPr>
            <a:picLocks noChangeAspect="1"/>
          </p:cNvPicPr>
          <p:nvPr/>
        </p:nvPicPr>
        <p:blipFill>
          <a:blip r:embed="rId2">
            <a:extLst/>
          </a:blip>
          <a:stretch>
            <a:fillRect/>
          </a:stretch>
        </p:blipFill>
        <p:spPr>
          <a:xfrm>
            <a:off x="-457202" y="4968754"/>
            <a:ext cx="44805601" cy="365761"/>
          </a:xfrm>
          <a:prstGeom prst="rect">
            <a:avLst/>
          </a:prstGeom>
          <a:ln w="12700">
            <a:miter lim="400000"/>
          </a:ln>
        </p:spPr>
      </p:pic>
      <p:sp>
        <p:nvSpPr>
          <p:cNvPr id="32" name="Body Level One…"/>
          <p:cNvSpPr txBox="1"/>
          <p:nvPr>
            <p:ph type="body" sz="quarter" idx="1" hasCustomPrompt="1"/>
          </p:nvPr>
        </p:nvSpPr>
        <p:spPr>
          <a:prstGeom prst="rect">
            <a:avLst/>
          </a:prstGeom>
        </p:spPr>
        <p:txBody>
          <a:bodyPr/>
          <a:lstStyle/>
          <a:p>
            <a:pPr/>
            <a:r>
              <a:t>This is the suggested format for captions.</a:t>
            </a:r>
          </a:p>
          <a:p>
            <a:pPr lvl="1"/>
            <a:r>
              <a:t/>
            </a:r>
          </a:p>
          <a:p>
            <a:pPr lvl="2"/>
            <a:r>
              <a:t/>
            </a:r>
          </a:p>
          <a:p>
            <a:pPr lvl="3"/>
            <a:r>
              <a:t/>
            </a:r>
          </a:p>
          <a:p>
            <a:pPr lvl="4"/>
            <a:r>
              <a:t/>
            </a:r>
          </a:p>
        </p:txBody>
      </p:sp>
      <p:sp>
        <p:nvSpPr>
          <p:cNvPr id="33" name="Text Placeholder 34"/>
          <p:cNvSpPr/>
          <p:nvPr>
            <p:ph type="body" sz="quarter" idx="21" hasCustomPrompt="1"/>
          </p:nvPr>
        </p:nvSpPr>
        <p:spPr>
          <a:xfrm>
            <a:off x="29220659" y="21247101"/>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34" name="Text Placeholder 34"/>
          <p:cNvSpPr/>
          <p:nvPr>
            <p:ph type="body" sz="quarter" idx="22" hasCustomPrompt="1"/>
          </p:nvPr>
        </p:nvSpPr>
        <p:spPr>
          <a:xfrm>
            <a:off x="29228597" y="16800514"/>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35" name="Text Placeholder 34"/>
          <p:cNvSpPr/>
          <p:nvPr>
            <p:ph type="body" sz="quarter" idx="23" hasCustomPrompt="1"/>
          </p:nvPr>
        </p:nvSpPr>
        <p:spPr>
          <a:xfrm>
            <a:off x="11415711" y="30191757"/>
            <a:ext cx="10058401" cy="1812245"/>
          </a:xfrm>
          <a:prstGeom prst="rect">
            <a:avLst/>
          </a:prstGeom>
        </p:spPr>
        <p:txBody>
          <a:bodyPr/>
          <a:lstStyle/>
          <a:p>
            <a:pPr/>
            <a:r>
              <a:t>This is the suggested format for captions.
Duis autem vel eum iriure dolor in hendrerit in vulputate velit esse molestie consequat.</a:t>
            </a:r>
          </a:p>
        </p:txBody>
      </p:sp>
      <p:sp>
        <p:nvSpPr>
          <p:cNvPr id="36" name="Text Placeholder 34"/>
          <p:cNvSpPr/>
          <p:nvPr>
            <p:ph type="body" sz="quarter" idx="24" hasCustomPrompt="1"/>
          </p:nvPr>
        </p:nvSpPr>
        <p:spPr>
          <a:xfrm>
            <a:off x="11415713" y="21298582"/>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37" name="Text Placeholder 34"/>
          <p:cNvSpPr/>
          <p:nvPr>
            <p:ph type="body" sz="quarter" idx="25" hasCustomPrompt="1"/>
          </p:nvPr>
        </p:nvSpPr>
        <p:spPr>
          <a:xfrm>
            <a:off x="18204316" y="16800514"/>
            <a:ext cx="3254829" cy="4114801"/>
          </a:xfrm>
          <a:prstGeom prst="rect">
            <a:avLst/>
          </a:prstGeom>
        </p:spPr>
        <p:txBody>
          <a:bodyPr/>
          <a:lstStyle/>
          <a:p>
            <a:pPr/>
            <a:r>
              <a:t>This is the suggested format for captions.
Duis autem vel eum iriure dolor in hendrerit in vulputate velit esse molestie consequat.</a:t>
            </a:r>
          </a:p>
        </p:txBody>
      </p:sp>
      <p:sp>
        <p:nvSpPr>
          <p:cNvPr id="38" name="Text Placeholder 29"/>
          <p:cNvSpPr/>
          <p:nvPr>
            <p:ph type="body" sz="quarter" idx="26" hasCustomPrompt="1"/>
          </p:nvPr>
        </p:nvSpPr>
        <p:spPr>
          <a:xfrm>
            <a:off x="914399" y="3546473"/>
            <a:ext cx="42062401" cy="649923"/>
          </a:xfrm>
          <a:prstGeom prst="rect">
            <a:avLst/>
          </a:prstGeom>
          <a:noFill/>
        </p:spPr>
        <p:txBody>
          <a:bodyPr anchor="t"/>
          <a:lstStyle>
            <a:lvl1pPr defTabSz="4037990">
              <a:spcBef>
                <a:spcPts val="4400"/>
              </a:spcBef>
              <a:defRPr i="0" sz="3680"/>
            </a:lvl1pPr>
          </a:lstStyle>
          <a:p>
            <a:pPr/>
            <a:r>
              <a:t>Department of {Insert Name Here}, College {Insert Name Here}, Texas State University</a:t>
            </a:r>
          </a:p>
        </p:txBody>
      </p:sp>
      <p:sp>
        <p:nvSpPr>
          <p:cNvPr id="39" name="Text Placeholder 27"/>
          <p:cNvSpPr/>
          <p:nvPr>
            <p:ph type="body" sz="quarter" idx="27" hasCustomPrompt="1"/>
          </p:nvPr>
        </p:nvSpPr>
        <p:spPr>
          <a:xfrm>
            <a:off x="914399" y="2537430"/>
            <a:ext cx="42062401" cy="928716"/>
          </a:xfrm>
          <a:prstGeom prst="rect">
            <a:avLst/>
          </a:prstGeom>
          <a:noFill/>
        </p:spPr>
        <p:txBody>
          <a:bodyPr anchor="t"/>
          <a:lstStyle>
            <a:lvl1pPr defTabSz="3994099">
              <a:spcBef>
                <a:spcPts val="4300"/>
              </a:spcBef>
              <a:defRPr i="0" sz="5460"/>
            </a:lvl1pPr>
          </a:lstStyle>
          <a:p>
            <a:pPr/>
            <a:r>
              <a:t>Presenter Name, Associates and Collaborators</a:t>
            </a:r>
          </a:p>
        </p:txBody>
      </p:sp>
      <p:sp>
        <p:nvSpPr>
          <p:cNvPr id="40" name="Title Text"/>
          <p:cNvSpPr txBox="1"/>
          <p:nvPr>
            <p:ph type="title"/>
          </p:nvPr>
        </p:nvSpPr>
        <p:spPr>
          <a:prstGeom prst="rect">
            <a:avLst/>
          </a:prstGeom>
        </p:spPr>
        <p:txBody>
          <a:bodyPr/>
          <a:lstStyle>
            <a:lvl1pPr>
              <a:defRPr>
                <a:solidFill>
                  <a:schemeClr val="accent2"/>
                </a:solidFill>
              </a:defRPr>
            </a:lvl1pPr>
          </a:lstStyle>
          <a:p>
            <a:pPr/>
            <a:r>
              <a:t>Title Text</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501214"/>
        </a:solidFill>
      </p:bgPr>
    </p:bg>
    <p:spTree>
      <p:nvGrpSpPr>
        <p:cNvPr id="1" name=""/>
        <p:cNvGrpSpPr/>
        <p:nvPr/>
      </p:nvGrpSpPr>
      <p:grpSpPr>
        <a:xfrm>
          <a:off x="0" y="0"/>
          <a:ext cx="0" cy="0"/>
          <a:chOff x="0" y="0"/>
          <a:chExt cx="0" cy="0"/>
        </a:xfrm>
      </p:grpSpPr>
      <p:sp>
        <p:nvSpPr>
          <p:cNvPr id="2" name="Straight Connector 10"/>
          <p:cNvSpPr/>
          <p:nvPr/>
        </p:nvSpPr>
        <p:spPr>
          <a:xfrm>
            <a:off x="0" y="5009320"/>
            <a:ext cx="43891200" cy="1"/>
          </a:xfrm>
          <a:prstGeom prst="line">
            <a:avLst/>
          </a:prstGeom>
          <a:ln w="63500">
            <a:solidFill>
              <a:schemeClr val="accent1"/>
            </a:solidFill>
            <a:miter/>
          </a:ln>
        </p:spPr>
        <p:txBody>
          <a:bodyPr lIns="45719" rIns="45719"/>
          <a:lstStyle/>
          <a:p>
            <a:pPr/>
          </a:p>
        </p:txBody>
      </p:sp>
      <p:pic>
        <p:nvPicPr>
          <p:cNvPr id="3" name="Picture 12" descr="Picture 12"/>
          <p:cNvPicPr>
            <a:picLocks noChangeAspect="1"/>
          </p:cNvPicPr>
          <p:nvPr/>
        </p:nvPicPr>
        <p:blipFill>
          <a:blip r:embed="rId2">
            <a:extLst/>
          </a:blip>
          <a:stretch>
            <a:fillRect/>
          </a:stretch>
        </p:blipFill>
        <p:spPr>
          <a:xfrm>
            <a:off x="33383329" y="28823446"/>
            <a:ext cx="9144001" cy="2053733"/>
          </a:xfrm>
          <a:prstGeom prst="rect">
            <a:avLst/>
          </a:prstGeom>
          <a:ln w="12700">
            <a:miter lim="400000"/>
          </a:ln>
        </p:spPr>
      </p:pic>
      <p:pic>
        <p:nvPicPr>
          <p:cNvPr id="4" name="Picture 14" descr="Picture 14"/>
          <p:cNvPicPr>
            <a:picLocks noChangeAspect="1"/>
          </p:cNvPicPr>
          <p:nvPr/>
        </p:nvPicPr>
        <p:blipFill>
          <a:blip r:embed="rId3">
            <a:extLst/>
          </a:blip>
          <a:stretch>
            <a:fillRect/>
          </a:stretch>
        </p:blipFill>
        <p:spPr>
          <a:xfrm>
            <a:off x="33383329" y="31367266"/>
            <a:ext cx="9593469" cy="636735"/>
          </a:xfrm>
          <a:prstGeom prst="rect">
            <a:avLst/>
          </a:prstGeom>
          <a:ln w="12700">
            <a:miter lim="400000"/>
          </a:ln>
        </p:spPr>
      </p:pic>
      <p:sp>
        <p:nvSpPr>
          <p:cNvPr id="5" name="Body Level One…"/>
          <p:cNvSpPr txBox="1"/>
          <p:nvPr>
            <p:ph type="body" idx="1" hasCustomPrompt="1"/>
          </p:nvPr>
        </p:nvSpPr>
        <p:spPr>
          <a:xfrm>
            <a:off x="22417089" y="30175200"/>
            <a:ext cx="10058401" cy="181224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This is the suggested format for captions.</a:t>
            </a:r>
          </a:p>
          <a:p>
            <a:pPr lvl="1"/>
            <a:r>
              <a:t/>
            </a:r>
          </a:p>
          <a:p>
            <a:pPr lvl="2"/>
            <a:r>
              <a:t/>
            </a:r>
          </a:p>
          <a:p>
            <a:pPr lvl="3"/>
            <a:r>
              <a:t/>
            </a:r>
          </a:p>
          <a:p>
            <a:pPr lvl="4"/>
            <a:r>
              <a:t/>
            </a:r>
          </a:p>
        </p:txBody>
      </p:sp>
      <p:sp>
        <p:nvSpPr>
          <p:cNvPr id="6" name="Title Text"/>
          <p:cNvSpPr txBox="1"/>
          <p:nvPr>
            <p:ph type="title"/>
          </p:nvPr>
        </p:nvSpPr>
        <p:spPr>
          <a:xfrm>
            <a:off x="914400" y="914400"/>
            <a:ext cx="42062400" cy="17417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7" name="Slide Number"/>
          <p:cNvSpPr txBox="1"/>
          <p:nvPr>
            <p:ph type="sldNum" sz="quarter" idx="2"/>
          </p:nvPr>
        </p:nvSpPr>
        <p:spPr>
          <a:xfrm>
            <a:off x="21214080" y="29634178"/>
            <a:ext cx="10241281" cy="17526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Lst>
  <p:transition xmlns:p14="http://schemas.microsoft.com/office/powerpoint/2010/main" spd="med" advClick="1"/>
  <p:txStyles>
    <p:titleStyle>
      <a:lvl1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1pPr>
      <a:lvl2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2pPr>
      <a:lvl3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3pPr>
      <a:lvl4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4pPr>
      <a:lvl5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5pPr>
      <a:lvl6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6pPr>
      <a:lvl7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7pPr>
      <a:lvl8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8pPr>
      <a:lvl9pPr marL="0" marR="0" indent="0" algn="l" defTabSz="4389120" rtl="0" latinLnBrk="0">
        <a:lnSpc>
          <a:spcPct val="90000"/>
        </a:lnSpc>
        <a:spcBef>
          <a:spcPts val="0"/>
        </a:spcBef>
        <a:spcAft>
          <a:spcPts val="0"/>
        </a:spcAft>
        <a:buClrTx/>
        <a:buSzTx/>
        <a:buFontTx/>
        <a:buNone/>
        <a:tabLst/>
        <a:defRPr b="0" baseline="0" cap="none" i="0" spc="0" strike="noStrike" sz="10400" u="none">
          <a:solidFill>
            <a:schemeClr val="accent1"/>
          </a:solidFill>
          <a:uFillTx/>
          <a:latin typeface="Aptos Display"/>
          <a:ea typeface="Aptos Display"/>
          <a:cs typeface="Aptos Display"/>
          <a:sym typeface="Aptos Display"/>
        </a:defRPr>
      </a:lvl9pPr>
    </p:titleStyle>
    <p:bodyStyle>
      <a:lvl1pPr marL="0" marR="0" indent="0" algn="l" defTabSz="4389120" rtl="0" latinLnBrk="0">
        <a:lnSpc>
          <a:spcPct val="90000"/>
        </a:lnSpc>
        <a:spcBef>
          <a:spcPts val="1800"/>
        </a:spcBef>
        <a:spcAft>
          <a:spcPts val="0"/>
        </a:spcAft>
        <a:buClrTx/>
        <a:buSzTx/>
        <a:buFontTx/>
        <a:buNone/>
        <a:tabLst/>
        <a:defRPr b="0" baseline="0" cap="none" i="1" spc="0" strike="noStrike" sz="2100" u="none">
          <a:solidFill>
            <a:srgbClr val="363434"/>
          </a:solidFill>
          <a:uFillTx/>
          <a:latin typeface="Aptos"/>
          <a:ea typeface="Aptos"/>
          <a:cs typeface="Aptos"/>
          <a:sym typeface="Aptos"/>
        </a:defRPr>
      </a:lvl1pPr>
      <a:lvl2pPr marL="2394933" marR="0" indent="-200372"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2pPr>
      <a:lvl3pPr marL="4629150" marR="0" indent="-240029"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3pPr>
      <a:lvl4pPr marL="6851619"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4pPr>
      <a:lvl5pPr marL="9046179"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5pPr>
      <a:lvl6pPr marL="11240740"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6pPr>
      <a:lvl7pPr marL="13435299"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7pPr>
      <a:lvl8pPr marL="15629859"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8pPr>
      <a:lvl9pPr marL="17824420" marR="0" indent="-267940" algn="l" defTabSz="4389120" rtl="0" latinLnBrk="0">
        <a:lnSpc>
          <a:spcPct val="90000"/>
        </a:lnSpc>
        <a:spcBef>
          <a:spcPts val="1800"/>
        </a:spcBef>
        <a:spcAft>
          <a:spcPts val="0"/>
        </a:spcAft>
        <a:buClrTx/>
        <a:buSzPct val="100000"/>
        <a:buFontTx/>
        <a:buChar char="•"/>
        <a:tabLst/>
        <a:defRPr b="0" baseline="0" cap="none" i="1" spc="0" strike="noStrike" sz="2100" u="none">
          <a:solidFill>
            <a:srgbClr val="363434"/>
          </a:solidFill>
          <a:uFillTx/>
          <a:latin typeface="Aptos"/>
          <a:ea typeface="Aptos"/>
          <a:cs typeface="Aptos"/>
          <a:sym typeface="Aptos"/>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Text Placeholder 65"/>
          <p:cNvSpPr txBox="1"/>
          <p:nvPr>
            <p:ph type="body" sz="quarter" idx="1"/>
          </p:nvPr>
        </p:nvSpPr>
        <p:spPr>
          <a:prstGeom prst="rect">
            <a:avLst/>
          </a:prstGeom>
        </p:spPr>
        <p:txBody>
          <a:bodyPr/>
          <a:lstStyle/>
          <a:p>
            <a:pPr/>
          </a:p>
        </p:txBody>
      </p:sp>
      <p:sp>
        <p:nvSpPr>
          <p:cNvPr id="51" name="Text Placeholder 64"/>
          <p:cNvSpPr/>
          <p:nvPr>
            <p:ph type="body" idx="21"/>
          </p:nvPr>
        </p:nvSpPr>
        <p:spPr>
          <a:prstGeom prst="rect">
            <a:avLst/>
          </a:prstGeom>
        </p:spPr>
        <p:txBody>
          <a:bodyPr/>
          <a:lstStyle/>
          <a:p>
            <a:pPr/>
          </a:p>
        </p:txBody>
      </p:sp>
      <p:sp>
        <p:nvSpPr>
          <p:cNvPr id="52" name="Text Placeholder 63"/>
          <p:cNvSpPr/>
          <p:nvPr>
            <p:ph type="body" idx="22"/>
          </p:nvPr>
        </p:nvSpPr>
        <p:spPr>
          <a:prstGeom prst="rect">
            <a:avLst/>
          </a:prstGeom>
        </p:spPr>
        <p:txBody>
          <a:bodyPr/>
          <a:lstStyle/>
          <a:p>
            <a:pPr/>
          </a:p>
        </p:txBody>
      </p:sp>
      <p:sp>
        <p:nvSpPr>
          <p:cNvPr id="53" name="Text Placeholder 62"/>
          <p:cNvSpPr/>
          <p:nvPr>
            <p:ph type="body" idx="23"/>
          </p:nvPr>
        </p:nvSpPr>
        <p:spPr>
          <a:prstGeom prst="rect">
            <a:avLst/>
          </a:prstGeom>
        </p:spPr>
        <p:txBody>
          <a:bodyPr/>
          <a:lstStyle/>
          <a:p>
            <a:pPr/>
          </a:p>
        </p:txBody>
      </p:sp>
      <p:sp>
        <p:nvSpPr>
          <p:cNvPr id="54" name="Text Placeholder 61"/>
          <p:cNvSpPr/>
          <p:nvPr>
            <p:ph type="body" idx="24"/>
          </p:nvPr>
        </p:nvSpPr>
        <p:spPr>
          <a:prstGeom prst="rect">
            <a:avLst/>
          </a:prstGeom>
        </p:spPr>
        <p:txBody>
          <a:bodyPr/>
          <a:lstStyle/>
          <a:p>
            <a:pPr/>
          </a:p>
        </p:txBody>
      </p:sp>
      <p:sp>
        <p:nvSpPr>
          <p:cNvPr id="55" name="Text Placeholder 60"/>
          <p:cNvSpPr/>
          <p:nvPr>
            <p:ph type="body" idx="25"/>
          </p:nvPr>
        </p:nvSpPr>
        <p:spPr>
          <a:prstGeom prst="rect">
            <a:avLst/>
          </a:prstGeom>
        </p:spPr>
        <p:txBody>
          <a:bodyPr/>
          <a:lstStyle/>
          <a:p>
            <a:pPr/>
          </a:p>
        </p:txBody>
      </p:sp>
      <p:sp>
        <p:nvSpPr>
          <p:cNvPr id="56" name="Text Placeholder 59"/>
          <p:cNvSpPr/>
          <p:nvPr>
            <p:ph type="body" idx="26"/>
          </p:nvPr>
        </p:nvSpPr>
        <p:spPr>
          <a:prstGeom prst="rect">
            <a:avLst/>
          </a:prstGeom>
          <a:extLst>
            <a:ext uri="{C572A759-6A51-4108-AA02-DFA0A04FC94B}">
              <ma14:wrappingTextBoxFlag xmlns:ma14="http://schemas.microsoft.com/office/mac/drawingml/2011/main" val="1"/>
            </a:ext>
          </a:extLst>
        </p:spPr>
        <p:txBody>
          <a:bodyPr/>
          <a:lstStyle/>
          <a:p>
            <a:pPr/>
            <a:r>
              <a:t>Department of {Insert Name Here}, College {Insert Name Here}, Texas State University</a:t>
            </a:r>
          </a:p>
        </p:txBody>
      </p:sp>
      <p:sp>
        <p:nvSpPr>
          <p:cNvPr id="57" name="Text Placeholder 58"/>
          <p:cNvSpPr/>
          <p:nvPr>
            <p:ph type="body" idx="27"/>
          </p:nvPr>
        </p:nvSpPr>
        <p:spPr>
          <a:prstGeom prst="rect">
            <a:avLst/>
          </a:prstGeom>
          <a:extLst>
            <a:ext uri="{C572A759-6A51-4108-AA02-DFA0A04FC94B}">
              <ma14:wrappingTextBoxFlag xmlns:ma14="http://schemas.microsoft.com/office/mac/drawingml/2011/main" val="1"/>
            </a:ext>
          </a:extLst>
        </p:spPr>
        <p:txBody>
          <a:bodyPr/>
          <a:lstStyle/>
          <a:p>
            <a:pPr/>
            <a:r>
              <a:t>Presenter Name, Associates and Collaborators</a:t>
            </a:r>
          </a:p>
        </p:txBody>
      </p:sp>
      <p:sp>
        <p:nvSpPr>
          <p:cNvPr id="58" name="Title 23"/>
          <p:cNvSpPr txBox="1"/>
          <p:nvPr>
            <p:ph type="title"/>
          </p:nvPr>
        </p:nvSpPr>
        <p:spPr>
          <a:xfrm>
            <a:off x="914400" y="914400"/>
            <a:ext cx="42062400" cy="1741711"/>
          </a:xfrm>
          <a:prstGeom prst="rect">
            <a:avLst/>
          </a:prstGeom>
        </p:spPr>
        <p:txBody>
          <a:bodyPr/>
          <a:lstStyle/>
          <a:p>
            <a:pPr/>
            <a:r>
              <a:t>Exceedingly Intelligent Analysis Poster Appellation</a:t>
            </a:r>
          </a:p>
        </p:txBody>
      </p:sp>
      <p:grpSp>
        <p:nvGrpSpPr>
          <p:cNvPr id="61" name="TextBox 1"/>
          <p:cNvGrpSpPr/>
          <p:nvPr/>
        </p:nvGrpSpPr>
        <p:grpSpPr>
          <a:xfrm>
            <a:off x="1391477" y="5923720"/>
            <a:ext cx="9144001" cy="13716001"/>
            <a:chOff x="0" y="0"/>
            <a:chExt cx="9144000" cy="13716000"/>
          </a:xfrm>
        </p:grpSpPr>
        <p:sp>
          <p:nvSpPr>
            <p:cNvPr id="59" name="Rectangle"/>
            <p:cNvSpPr/>
            <p:nvPr/>
          </p:nvSpPr>
          <p:spPr>
            <a:xfrm>
              <a:off x="0" y="0"/>
              <a:ext cx="9144000" cy="137160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60" name="Header…"/>
            <p:cNvSpPr txBox="1"/>
            <p:nvPr/>
          </p:nvSpPr>
          <p:spPr>
            <a:xfrm>
              <a:off x="45719" y="0"/>
              <a:ext cx="9052561" cy="11089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defRPr sz="2800"/>
              </a:pP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b="1" sz="2800"/>
              </a:pPr>
            </a:p>
            <a:p>
              <a:pPr>
                <a:lnSpc>
                  <a:spcPct val="150000"/>
                </a:lnSpc>
                <a:defRPr b="1" sz="2800"/>
              </a:pPr>
              <a:r>
                <a:t>Subheader</a:t>
              </a:r>
            </a:p>
            <a:p>
              <a:pPr>
                <a:defRPr sz="2800"/>
              </a:pPr>
              <a:r>
                <a:t>Ossus volupicabore et iminciae nitati diaeculpa cumquo omnihil et, occulpa venient ab ilibusam volectes vellic tori sitius inciis net voluptatiis auditius dem venimus, ium eatius dolupta</a:t>
              </a:r>
            </a:p>
            <a:p>
              <a:pPr>
                <a:defRPr b="1" sz="2800"/>
              </a:pPr>
            </a:p>
            <a:p>
              <a:pPr>
                <a:lnSpc>
                  <a:spcPct val="150000"/>
                </a:lnSpc>
                <a:defRPr b="1" sz="2800"/>
              </a:pPr>
              <a:r>
                <a:t>Subheader</a:t>
              </a:r>
            </a:p>
            <a:p>
              <a:pPr>
                <a:defRPr sz="2800"/>
              </a:pPr>
              <a:r>
                <a:t>Ossus volupicabore et iminciae nitati diaeculpa cumquo omnihil et, occulpa venient ab ilibusam volectes vellic tori sitiusam inciis net voluptatiis auditius dem venimus, ium eatius dolupta tatumquae num eos im fugitis ipienimet estisit, que con nonsequi culluptia as dis consequatem qui aliqui doluptatum est, od quo blab ilias eum exeres delitem qui ipiti omnisquam harchic empere.</a:t>
              </a:r>
            </a:p>
          </p:txBody>
        </p:sp>
      </p:grpSp>
      <p:grpSp>
        <p:nvGrpSpPr>
          <p:cNvPr id="64" name="TextBox 2"/>
          <p:cNvGrpSpPr/>
          <p:nvPr/>
        </p:nvGrpSpPr>
        <p:grpSpPr>
          <a:xfrm>
            <a:off x="1391477" y="20116799"/>
            <a:ext cx="9144001" cy="11887201"/>
            <a:chOff x="0" y="0"/>
            <a:chExt cx="9144000" cy="11887200"/>
          </a:xfrm>
        </p:grpSpPr>
        <p:sp>
          <p:nvSpPr>
            <p:cNvPr id="62" name="Rectangle"/>
            <p:cNvSpPr/>
            <p:nvPr/>
          </p:nvSpPr>
          <p:spPr>
            <a:xfrm>
              <a:off x="0" y="0"/>
              <a:ext cx="9144000" cy="118872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63" name="Header…"/>
            <p:cNvSpPr txBox="1"/>
            <p:nvPr/>
          </p:nvSpPr>
          <p:spPr>
            <a:xfrm>
              <a:off x="45719" y="0"/>
              <a:ext cx="9052561" cy="10010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Ossus volupicabore et iminciae nitati diaeculpa cumquo omnihil et, occulpa venient ab ilibusam volectes vellic tori sitius inciis net voluptatiis auditius dem venimus, ium eatius dolupta</a:t>
              </a:r>
            </a:p>
            <a:p>
              <a:pPr>
                <a:defRPr sz="2800"/>
              </a:pPr>
            </a:p>
            <a:p>
              <a:pPr>
                <a:defRPr sz="2800"/>
              </a:pPr>
              <a:r>
                <a:t>Ossus volupicabore et iminciae nitati diaeculpa cumquo omnihil et, occulpa venient ab ilibusam volectes vellic tori sitiusam inciis net voluptatiis auditius dem venimus, ium eatius dolupta tatumquae num eos im fugitis ipienimet estisit, que con nonsequi culluptia as dis consequatem qui aliqui doluptatum est, od quo blab ilias eum exeres delitem qui ipiti omnisquam harchic empere.</a:t>
              </a:r>
            </a:p>
          </p:txBody>
        </p:sp>
      </p:grpSp>
      <p:grpSp>
        <p:nvGrpSpPr>
          <p:cNvPr id="67" name="TextBox 6"/>
          <p:cNvGrpSpPr/>
          <p:nvPr/>
        </p:nvGrpSpPr>
        <p:grpSpPr>
          <a:xfrm>
            <a:off x="11424036" y="5923720"/>
            <a:ext cx="10058401" cy="10287001"/>
            <a:chOff x="0" y="0"/>
            <a:chExt cx="10058400" cy="10287000"/>
          </a:xfrm>
        </p:grpSpPr>
        <p:sp>
          <p:nvSpPr>
            <p:cNvPr id="65" name="Rectangle"/>
            <p:cNvSpPr/>
            <p:nvPr/>
          </p:nvSpPr>
          <p:spPr>
            <a:xfrm>
              <a:off x="0" y="0"/>
              <a:ext cx="10058400" cy="102870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66" name="Header…"/>
            <p:cNvSpPr txBox="1"/>
            <p:nvPr/>
          </p:nvSpPr>
          <p:spPr>
            <a:xfrm>
              <a:off x="45719" y="0"/>
              <a:ext cx="9966961" cy="914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This is the suggested format for bullets</a:t>
              </a:r>
            </a:p>
            <a:p>
              <a:pPr marL="457200" indent="-457200">
                <a:lnSpc>
                  <a:spcPct val="150000"/>
                </a:lnSpc>
                <a:buSzPct val="100000"/>
                <a:buFont typeface="Arial"/>
                <a:buChar char="•"/>
                <a:defRPr sz="2800"/>
              </a:pPr>
              <a:r>
                <a:t>Ossus volupicabore et iminciae nitati</a:t>
              </a:r>
            </a:p>
            <a:p>
              <a:pPr marL="457200" indent="-457200">
                <a:lnSpc>
                  <a:spcPct val="150000"/>
                </a:lnSpc>
                <a:buSzPct val="100000"/>
                <a:buFont typeface="Arial"/>
                <a:buChar char="•"/>
                <a:defRPr sz="2800"/>
              </a:pPr>
              <a:r>
                <a:t>Omnihil et, occulpa venient ab ilibusam volectes</a:t>
              </a:r>
            </a:p>
            <a:p>
              <a:pPr marL="457200" indent="-457200">
                <a:lnSpc>
                  <a:spcPct val="150000"/>
                </a:lnSpc>
                <a:buSzPct val="100000"/>
                <a:buFont typeface="Arial"/>
                <a:buChar char="•"/>
                <a:defRPr sz="2800"/>
              </a:pPr>
              <a:r>
                <a:t>Tori sitius inciis net voluptatiis auditius dem venimus </a:t>
              </a:r>
            </a:p>
            <a:p>
              <a:pPr marL="457200" indent="-457200">
                <a:lnSpc>
                  <a:spcPct val="150000"/>
                </a:lnSpc>
                <a:buSzPct val="100000"/>
                <a:buFont typeface="Arial"/>
                <a:buChar char="•"/>
                <a:defRPr sz="2800"/>
              </a:pPr>
              <a:r>
                <a:t>Ium eatius dolupta</a:t>
              </a:r>
            </a:p>
            <a:p>
              <a:pPr>
                <a:defRPr sz="2800"/>
              </a:pPr>
            </a:p>
            <a:p>
              <a:pPr>
                <a:defRPr sz="2800"/>
              </a:pPr>
              <a:r>
                <a:t>Ossus volupicabore et iminciae nitati diaeculpa cumquo omnihil et, occulpa venient ab ilibusam volectes vellic tori sitiusam inciis net voluptatiis auditius dem venimus.</a:t>
              </a:r>
            </a:p>
          </p:txBody>
        </p:sp>
      </p:grpSp>
      <p:grpSp>
        <p:nvGrpSpPr>
          <p:cNvPr id="70" name="TextBox 7"/>
          <p:cNvGrpSpPr/>
          <p:nvPr/>
        </p:nvGrpSpPr>
        <p:grpSpPr>
          <a:xfrm>
            <a:off x="22370995" y="5923719"/>
            <a:ext cx="10058401" cy="10287001"/>
            <a:chOff x="0" y="0"/>
            <a:chExt cx="10058400" cy="10287000"/>
          </a:xfrm>
        </p:grpSpPr>
        <p:sp>
          <p:nvSpPr>
            <p:cNvPr id="68" name="Rectangle"/>
            <p:cNvSpPr/>
            <p:nvPr/>
          </p:nvSpPr>
          <p:spPr>
            <a:xfrm>
              <a:off x="0" y="0"/>
              <a:ext cx="10058400" cy="102870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69" name="Header…"/>
            <p:cNvSpPr txBox="1"/>
            <p:nvPr/>
          </p:nvSpPr>
          <p:spPr>
            <a:xfrm>
              <a:off x="45719" y="0"/>
              <a:ext cx="9966961" cy="9794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Suggested format for numbered list:</a:t>
              </a:r>
            </a:p>
            <a:p>
              <a:pPr marL="514350" indent="-514350">
                <a:lnSpc>
                  <a:spcPct val="150000"/>
                </a:lnSpc>
                <a:buSzPct val="100000"/>
                <a:buAutoNum type="arabicPeriod" startAt="1"/>
                <a:defRPr sz="2800"/>
              </a:pPr>
              <a:r>
                <a:t>Ossus volupicabore et iminciae nitati</a:t>
              </a:r>
            </a:p>
            <a:p>
              <a:pPr marL="514350" indent="-514350">
                <a:lnSpc>
                  <a:spcPct val="150000"/>
                </a:lnSpc>
                <a:buSzPct val="100000"/>
                <a:buAutoNum type="arabicPeriod" startAt="1"/>
                <a:defRPr sz="2800"/>
              </a:pPr>
              <a:r>
                <a:t>Omnihil et, occulpa venient ab ilibusam volectes</a:t>
              </a:r>
            </a:p>
            <a:p>
              <a:pPr marL="514350" indent="-514350">
                <a:lnSpc>
                  <a:spcPct val="150000"/>
                </a:lnSpc>
                <a:buSzPct val="100000"/>
                <a:buAutoNum type="arabicPeriod" startAt="1"/>
                <a:defRPr sz="2800"/>
              </a:pPr>
              <a:r>
                <a:t>Tori sitius inciis net voluptatiis </a:t>
              </a:r>
            </a:p>
            <a:p>
              <a:pPr marL="514350" indent="-514350">
                <a:lnSpc>
                  <a:spcPct val="150000"/>
                </a:lnSpc>
                <a:buSzPct val="100000"/>
                <a:buAutoNum type="arabicPeriod" startAt="1"/>
                <a:defRPr sz="2800"/>
              </a:pPr>
              <a:r>
                <a:t>Auditius dem venimus </a:t>
              </a:r>
            </a:p>
            <a:p>
              <a:pPr marL="514350" indent="-514350">
                <a:lnSpc>
                  <a:spcPct val="150000"/>
                </a:lnSpc>
                <a:buSzPct val="100000"/>
                <a:buAutoNum type="arabicPeriod" startAt="1"/>
                <a:defRPr sz="2800"/>
              </a:pPr>
              <a:r>
                <a:t>Ium eatius dolupta</a:t>
              </a:r>
            </a:p>
            <a:p>
              <a:pPr>
                <a:defRPr sz="2800"/>
              </a:pPr>
            </a:p>
            <a:p>
              <a:pPr>
                <a:defRPr sz="2800"/>
              </a:pPr>
              <a:r>
                <a:t>Ossus volupicabore et iminciae nitati diaeculpa cumquo omnihil et, occulpa venient ab ilibusam volectes vellic tori sitiusam inciis net voluptatiis auditius dem venimus.</a:t>
              </a:r>
            </a:p>
          </p:txBody>
        </p:sp>
      </p:grpSp>
      <p:grpSp>
        <p:nvGrpSpPr>
          <p:cNvPr id="73" name="TextBox 8"/>
          <p:cNvGrpSpPr/>
          <p:nvPr/>
        </p:nvGrpSpPr>
        <p:grpSpPr>
          <a:xfrm>
            <a:off x="33355722" y="5923719"/>
            <a:ext cx="9144001" cy="12344401"/>
            <a:chOff x="0" y="0"/>
            <a:chExt cx="9144000" cy="12344400"/>
          </a:xfrm>
        </p:grpSpPr>
        <p:sp>
          <p:nvSpPr>
            <p:cNvPr id="71" name="Rectangle"/>
            <p:cNvSpPr/>
            <p:nvPr/>
          </p:nvSpPr>
          <p:spPr>
            <a:xfrm>
              <a:off x="0" y="0"/>
              <a:ext cx="9144000" cy="123444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72" name="Header…"/>
            <p:cNvSpPr txBox="1"/>
            <p:nvPr/>
          </p:nvSpPr>
          <p:spPr>
            <a:xfrm>
              <a:off x="45719" y="0"/>
              <a:ext cx="9052561" cy="10657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Ossus volupicabore et iminciae nitati diaeculpa cumquo omnihil et, occulpa venient ab ilibusam volectes vellic tori sitius inciis net voluptatiis auditius dem venimus, ium eatius dolupta</a:t>
              </a:r>
            </a:p>
            <a:p>
              <a:pPr>
                <a:defRPr sz="2800"/>
              </a:pPr>
            </a:p>
            <a:p>
              <a:pPr>
                <a:lnSpc>
                  <a:spcPct val="150000"/>
                </a:lnSpc>
                <a:defRPr b="1" sz="2800"/>
              </a:pPr>
              <a:r>
                <a:t>Subheader</a:t>
              </a:r>
            </a:p>
            <a:p>
              <a:pPr>
                <a:defRPr sz="2800"/>
              </a:pPr>
              <a:r>
                <a:t>Ossus volupicabore et iminciae nitati diaeculpa cumquo omnihil et, occulpa venient ab ilibusam volectes vellic tori sitiusam inciis net voluptatiis auditius dem venimus, ium eatius dolupta tatumquae num eos im fugitis ipienimet estisit, que con nonsequi culluptia as dis consequatem qui aliqui doluptatum est, od quo blab ilias eum exeres delitem qui ipiti omnisquam harchic empere.</a:t>
              </a:r>
            </a:p>
          </p:txBody>
        </p:sp>
      </p:grpSp>
      <p:grpSp>
        <p:nvGrpSpPr>
          <p:cNvPr id="76" name="TextBox 9"/>
          <p:cNvGrpSpPr/>
          <p:nvPr/>
        </p:nvGrpSpPr>
        <p:grpSpPr>
          <a:xfrm>
            <a:off x="33355722" y="18812405"/>
            <a:ext cx="9144001" cy="4114801"/>
            <a:chOff x="0" y="0"/>
            <a:chExt cx="9144000" cy="4114800"/>
          </a:xfrm>
        </p:grpSpPr>
        <p:sp>
          <p:nvSpPr>
            <p:cNvPr id="74" name="Rectangle"/>
            <p:cNvSpPr/>
            <p:nvPr/>
          </p:nvSpPr>
          <p:spPr>
            <a:xfrm>
              <a:off x="0" y="0"/>
              <a:ext cx="9144000" cy="41148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75" name="Header…"/>
            <p:cNvSpPr txBox="1"/>
            <p:nvPr/>
          </p:nvSpPr>
          <p:spPr>
            <a:xfrm>
              <a:off x="45719" y="0"/>
              <a:ext cx="9052561" cy="3749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p:txBody>
        </p:sp>
      </p:grpSp>
      <p:grpSp>
        <p:nvGrpSpPr>
          <p:cNvPr id="79" name="TextBox 10"/>
          <p:cNvGrpSpPr/>
          <p:nvPr/>
        </p:nvGrpSpPr>
        <p:grpSpPr>
          <a:xfrm>
            <a:off x="33355722" y="23471489"/>
            <a:ext cx="9144001" cy="4114801"/>
            <a:chOff x="0" y="0"/>
            <a:chExt cx="9144000" cy="4114800"/>
          </a:xfrm>
        </p:grpSpPr>
        <p:sp>
          <p:nvSpPr>
            <p:cNvPr id="77" name="Rectangle"/>
            <p:cNvSpPr/>
            <p:nvPr/>
          </p:nvSpPr>
          <p:spPr>
            <a:xfrm>
              <a:off x="0" y="0"/>
              <a:ext cx="9144000" cy="41148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78" name="Header…"/>
            <p:cNvSpPr txBox="1"/>
            <p:nvPr/>
          </p:nvSpPr>
          <p:spPr>
            <a:xfrm>
              <a:off x="45719" y="0"/>
              <a:ext cx="9052561" cy="2453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Header</a:t>
              </a:r>
            </a:p>
            <a:p>
              <a:pPr>
                <a:defRPr sz="2800"/>
              </a:pPr>
              <a:r>
                <a:t>Content goes here: Totat ullaborernam harci cus, cuscidendit lat et as eum explit apicaboria am que vendent inullup tatur? Quia voluptat ut prae. Qui blatibu saecture, ut volor as a audae es elenti quis. </a:t>
              </a:r>
            </a:p>
          </p:txBody>
        </p:sp>
      </p:gr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Text Placeholder 53"/>
          <p:cNvSpPr/>
          <p:nvPr>
            <p:ph type="body" idx="21"/>
          </p:nvPr>
        </p:nvSpPr>
        <p:spPr>
          <a:xfrm>
            <a:off x="24516607" y="27466018"/>
            <a:ext cx="3254829" cy="4114801"/>
          </a:xfrm>
          <a:prstGeom prst="rect">
            <a:avLst/>
          </a:prstGeom>
        </p:spPr>
        <p:txBody>
          <a:bodyPr/>
          <a:lstStyle/>
          <a:p>
            <a:pPr/>
          </a:p>
        </p:txBody>
      </p:sp>
      <p:sp>
        <p:nvSpPr>
          <p:cNvPr id="82" name="Text Placeholder 34"/>
          <p:cNvSpPr/>
          <p:nvPr>
            <p:ph type="body" idx="22"/>
          </p:nvPr>
        </p:nvSpPr>
        <p:spPr>
          <a:xfrm>
            <a:off x="18470092" y="17101083"/>
            <a:ext cx="3254829" cy="4114801"/>
          </a:xfrm>
          <a:prstGeom prst="rect">
            <a:avLst/>
          </a:prstGeom>
        </p:spPr>
        <p:txBody>
          <a:bodyPr/>
          <a:lstStyle/>
          <a:p>
            <a:pPr/>
          </a:p>
        </p:txBody>
      </p:sp>
      <p:sp>
        <p:nvSpPr>
          <p:cNvPr id="83" name="Text Placeholder 33"/>
          <p:cNvSpPr/>
          <p:nvPr>
            <p:ph type="body" idx="23"/>
          </p:nvPr>
        </p:nvSpPr>
        <p:spPr>
          <a:xfrm>
            <a:off x="23255572" y="24676203"/>
            <a:ext cx="10058401" cy="1812245"/>
          </a:xfrm>
          <a:prstGeom prst="rect">
            <a:avLst/>
          </a:prstGeom>
        </p:spPr>
        <p:txBody>
          <a:bodyPr/>
          <a:lstStyle/>
          <a:p>
            <a:pPr/>
          </a:p>
        </p:txBody>
      </p:sp>
      <p:sp>
        <p:nvSpPr>
          <p:cNvPr id="84" name="Text Placeholder 32"/>
          <p:cNvSpPr/>
          <p:nvPr>
            <p:ph type="body" idx="24"/>
          </p:nvPr>
        </p:nvSpPr>
        <p:spPr>
          <a:xfrm>
            <a:off x="10611712" y="27792912"/>
            <a:ext cx="3254829" cy="4114801"/>
          </a:xfrm>
          <a:prstGeom prst="rect">
            <a:avLst/>
          </a:prstGeom>
          <a:extLst>
            <a:ext uri="{C572A759-6A51-4108-AA02-DFA0A04FC94B}">
              <ma14:wrappingTextBoxFlag xmlns:ma14="http://schemas.microsoft.com/office/mac/drawingml/2011/main" val="1"/>
            </a:ext>
          </a:extLst>
        </p:spPr>
        <p:txBody>
          <a:bodyPr/>
          <a:lstStyle/>
          <a:p>
            <a:pPr/>
            <a:r>
              <a:t>Scaling kinda wack go fix</a:t>
            </a:r>
          </a:p>
        </p:txBody>
      </p:sp>
      <p:sp>
        <p:nvSpPr>
          <p:cNvPr id="85" name="Text Placeholder 31"/>
          <p:cNvSpPr/>
          <p:nvPr>
            <p:ph type="body" idx="25"/>
          </p:nvPr>
        </p:nvSpPr>
        <p:spPr>
          <a:xfrm>
            <a:off x="18470092" y="22821726"/>
            <a:ext cx="3254829" cy="4114801"/>
          </a:xfrm>
          <a:prstGeom prst="rect">
            <a:avLst/>
          </a:prstGeom>
        </p:spPr>
        <p:txBody>
          <a:bodyPr/>
          <a:lstStyle/>
          <a:p>
            <a:pPr/>
          </a:p>
        </p:txBody>
      </p:sp>
      <p:sp>
        <p:nvSpPr>
          <p:cNvPr id="86" name="Text Placeholder 30"/>
          <p:cNvSpPr/>
          <p:nvPr>
            <p:ph type="body" idx="26"/>
          </p:nvPr>
        </p:nvSpPr>
        <p:spPr>
          <a:prstGeom prst="rect">
            <a:avLst/>
          </a:prstGeom>
          <a:extLst>
            <a:ext uri="{C572A759-6A51-4108-AA02-DFA0A04FC94B}">
              <ma14:wrappingTextBoxFlag xmlns:ma14="http://schemas.microsoft.com/office/mac/drawingml/2011/main" val="1"/>
            </a:ext>
          </a:extLst>
        </p:spPr>
        <p:txBody>
          <a:bodyPr/>
          <a:lstStyle/>
          <a:p>
            <a:pPr/>
            <a:r>
              <a:t>Department of Computer Science, College Science and Engineering, Texas State University</a:t>
            </a:r>
          </a:p>
        </p:txBody>
      </p:sp>
      <p:sp>
        <p:nvSpPr>
          <p:cNvPr id="87" name="Text Placeholder 29"/>
          <p:cNvSpPr/>
          <p:nvPr>
            <p:ph type="body" idx="27"/>
          </p:nvPr>
        </p:nvSpPr>
        <p:spPr>
          <a:prstGeom prst="rect">
            <a:avLst/>
          </a:prstGeom>
          <a:extLst>
            <a:ext uri="{C572A759-6A51-4108-AA02-DFA0A04FC94B}">
              <ma14:wrappingTextBoxFlag xmlns:ma14="http://schemas.microsoft.com/office/mac/drawingml/2011/main" val="1"/>
            </a:ext>
          </a:extLst>
        </p:spPr>
        <p:txBody>
          <a:bodyPr/>
          <a:lstStyle/>
          <a:p>
            <a:pPr/>
            <a:r>
              <a:t>Chloe Jones, Nav Sharma, Stephen Cox</a:t>
            </a:r>
          </a:p>
        </p:txBody>
      </p:sp>
      <p:sp>
        <p:nvSpPr>
          <p:cNvPr id="88" name="Title 1"/>
          <p:cNvSpPr txBox="1"/>
          <p:nvPr>
            <p:ph type="title"/>
          </p:nvPr>
        </p:nvSpPr>
        <p:spPr>
          <a:xfrm>
            <a:off x="914400" y="914400"/>
            <a:ext cx="42062400" cy="1741711"/>
          </a:xfrm>
          <a:prstGeom prst="rect">
            <a:avLst/>
          </a:prstGeom>
        </p:spPr>
        <p:txBody>
          <a:bodyPr/>
          <a:lstStyle>
            <a:lvl1pPr defTabSz="4169664">
              <a:defRPr sz="9880"/>
            </a:lvl1pPr>
          </a:lstStyle>
          <a:p>
            <a:pPr/>
            <a:r>
              <a:t>Identifying High-Performing Texas Counties for Strategic Enrollment Growth</a:t>
            </a:r>
          </a:p>
        </p:txBody>
      </p:sp>
      <p:grpSp>
        <p:nvGrpSpPr>
          <p:cNvPr id="91" name="TextBox 4"/>
          <p:cNvGrpSpPr/>
          <p:nvPr/>
        </p:nvGrpSpPr>
        <p:grpSpPr>
          <a:xfrm>
            <a:off x="1391477" y="5923720"/>
            <a:ext cx="9144001" cy="10472634"/>
            <a:chOff x="0" y="0"/>
            <a:chExt cx="9144000" cy="10472632"/>
          </a:xfrm>
        </p:grpSpPr>
        <p:sp>
          <p:nvSpPr>
            <p:cNvPr id="89" name="Rectangle"/>
            <p:cNvSpPr/>
            <p:nvPr/>
          </p:nvSpPr>
          <p:spPr>
            <a:xfrm>
              <a:off x="0" y="0"/>
              <a:ext cx="9144001" cy="10472633"/>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90" name="Problem Statement…"/>
            <p:cNvSpPr/>
            <p:nvPr/>
          </p:nvSpPr>
          <p:spPr>
            <a:xfrm>
              <a:off x="45719" y="0"/>
              <a:ext cx="9052561"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Problem Statement</a:t>
              </a:r>
            </a:p>
            <a:p>
              <a:pPr>
                <a:defRPr sz="2800"/>
              </a:pPr>
            </a:p>
            <a:p>
              <a:pPr>
                <a:defRPr sz="2800"/>
              </a:pPr>
              <a:r>
                <a:t>As Texas State University pursues Research 1 (R1) classification and works to elevate its academic prestige, attracting high-performing students becomes increasingly critical to institutional advancement. TXST faces intensifying competition from established peer institutions such as UT Austin, Texas A&amp;M, and Texas Tech for top-tier students across Texas. This project analyzes the spatial distribution of college-ready students using county-level SAT/ACT data to identify strategic recruitment opportunities. By mapping TXST's competitive positioning and market share across Texas regions, we reveal high-opportunity counties with strong student performance but limited TXST presence, providing data-driven recommendations to support strategic enrollment growth.</a:t>
              </a:r>
              <a:endParaRPr b="1"/>
            </a:p>
            <a:p>
              <a:pPr>
                <a:lnSpc>
                  <a:spcPct val="150000"/>
                </a:lnSpc>
                <a:defRPr b="1" sz="2800"/>
              </a:pPr>
              <a:r>
                <a:t>Research Statement</a:t>
              </a:r>
            </a:p>
            <a:p>
              <a:pPr>
                <a:defRPr sz="2800"/>
              </a:pPr>
              <a:r>
                <a:t>What is the spatial distribution of college ready students across Texas, and which counties represent the highest-opportunity markets for TXST recruitment given competitive enrollment patterns?</a:t>
              </a:r>
            </a:p>
          </p:txBody>
        </p:sp>
      </p:grpSp>
      <p:grpSp>
        <p:nvGrpSpPr>
          <p:cNvPr id="95" name="TextBox 5"/>
          <p:cNvGrpSpPr/>
          <p:nvPr/>
        </p:nvGrpSpPr>
        <p:grpSpPr>
          <a:xfrm>
            <a:off x="1290864" y="16933909"/>
            <a:ext cx="9144001" cy="14694743"/>
            <a:chOff x="0" y="0"/>
            <a:chExt cx="9144000" cy="14694742"/>
          </a:xfrm>
        </p:grpSpPr>
        <p:sp>
          <p:nvSpPr>
            <p:cNvPr id="92" name="Rectangle"/>
            <p:cNvSpPr/>
            <p:nvPr/>
          </p:nvSpPr>
          <p:spPr>
            <a:xfrm>
              <a:off x="0" y="0"/>
              <a:ext cx="9144000" cy="8178999"/>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93" name="Data Sources…"/>
            <p:cNvSpPr/>
            <p:nvPr/>
          </p:nvSpPr>
          <p:spPr>
            <a:xfrm>
              <a:off x="45719" y="0"/>
              <a:ext cx="9052561"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Data Sources </a:t>
              </a:r>
            </a:p>
            <a:p>
              <a:pPr>
                <a:lnSpc>
                  <a:spcPct val="150000"/>
                </a:lnSpc>
                <a:defRPr b="1" sz="2800"/>
              </a:pPr>
              <a:r>
                <a:t>THECB High School Graduate Enrollment Data</a:t>
              </a:r>
            </a:p>
            <a:p>
              <a:pPr>
                <a:defRPr sz="2800"/>
              </a:pPr>
              <a:r>
                <a:t>Coun</a:t>
              </a:r>
              <a:r>
                <a:t>ty-level enrollment data from the Texas Higher Education Coordinating Board tracking where 36,175 rows containing 951,423 Texas high school graduates enrolled across 325+ institutions and from 2019-2024. Includes enrollment counts by county, district, and institution.</a:t>
              </a:r>
            </a:p>
            <a:p>
              <a:pPr>
                <a:spcBef>
                  <a:spcPts val="1200"/>
                </a:spcBef>
                <a:defRPr sz="1200">
                  <a:solidFill>
                    <a:srgbClr val="000000"/>
                  </a:solidFill>
                  <a:latin typeface="Times Roman"/>
                  <a:ea typeface="Times Roman"/>
                  <a:cs typeface="Times Roman"/>
                  <a:sym typeface="Times Roman"/>
                </a:defRPr>
              </a:pPr>
            </a:p>
            <a:p>
              <a:pPr>
                <a:lnSpc>
                  <a:spcPct val="150000"/>
                </a:lnSpc>
                <a:defRPr b="1" sz="2800"/>
              </a:pPr>
              <a:r>
                <a:t>TEA College Readiness Data</a:t>
              </a:r>
            </a:p>
            <a:p>
              <a:pPr>
                <a:defRPr sz="2800"/>
              </a:pPr>
              <a:r>
                <a:t>Dist</a:t>
              </a:r>
              <a:r>
                <a:t>rict-level standardized test performance data from the Texas Education Agency tracking 6,455 district-year records across 1,166 school districts in 252 Texas counties from 2019-2024. Includes SAT/ACT participation rates, college readiness benchmark achievement, and Texas Success Initiative (TSI) standard performance percentages.</a:t>
              </a:r>
            </a:p>
          </p:txBody>
        </p:sp>
        <p:pic>
          <p:nvPicPr>
            <p:cNvPr id="94" name="Screenshot 2026-02-10 at 12.32.03 AM.png" descr="Screenshot 2026-02-10 at 12.32.03 AM.png"/>
            <p:cNvPicPr>
              <a:picLocks noChangeAspect="1"/>
            </p:cNvPicPr>
            <p:nvPr/>
          </p:nvPicPr>
          <p:blipFill>
            <a:blip r:embed="rId2">
              <a:extLst/>
            </a:blip>
            <a:stretch>
              <a:fillRect/>
            </a:stretch>
          </p:blipFill>
          <p:spPr>
            <a:xfrm>
              <a:off x="11810" y="8727027"/>
              <a:ext cx="8408294" cy="5967716"/>
            </a:xfrm>
            <a:prstGeom prst="rect">
              <a:avLst/>
            </a:prstGeom>
            <a:ln w="12700" cap="flat">
              <a:noFill/>
              <a:miter lim="400000"/>
            </a:ln>
            <a:effectLst/>
          </p:spPr>
        </p:pic>
      </p:grpSp>
      <p:grpSp>
        <p:nvGrpSpPr>
          <p:cNvPr id="98" name="TextBox 6"/>
          <p:cNvGrpSpPr/>
          <p:nvPr/>
        </p:nvGrpSpPr>
        <p:grpSpPr>
          <a:xfrm>
            <a:off x="11424036" y="5923720"/>
            <a:ext cx="10058401" cy="10287001"/>
            <a:chOff x="0" y="0"/>
            <a:chExt cx="10058400" cy="10287000"/>
          </a:xfrm>
        </p:grpSpPr>
        <p:sp>
          <p:nvSpPr>
            <p:cNvPr id="96" name="Rectangle"/>
            <p:cNvSpPr/>
            <p:nvPr/>
          </p:nvSpPr>
          <p:spPr>
            <a:xfrm>
              <a:off x="0" y="0"/>
              <a:ext cx="10058400" cy="102870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97" name="Methods…"/>
            <p:cNvSpPr txBox="1"/>
            <p:nvPr/>
          </p:nvSpPr>
          <p:spPr>
            <a:xfrm>
              <a:off x="45719" y="0"/>
              <a:ext cx="9966961" cy="9146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Methods</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This is the suggested format for bullets</a:t>
              </a:r>
            </a:p>
            <a:p>
              <a:pPr marL="457200" indent="-457200">
                <a:lnSpc>
                  <a:spcPct val="150000"/>
                </a:lnSpc>
                <a:buSzPct val="100000"/>
                <a:buFont typeface="Arial"/>
                <a:buChar char="•"/>
                <a:defRPr sz="2800"/>
              </a:pPr>
              <a:r>
                <a:t>Ossus volupicabore et iminciae nitati</a:t>
              </a:r>
            </a:p>
            <a:p>
              <a:pPr marL="457200" indent="-457200">
                <a:lnSpc>
                  <a:spcPct val="150000"/>
                </a:lnSpc>
                <a:buSzPct val="100000"/>
                <a:buFont typeface="Arial"/>
                <a:buChar char="•"/>
                <a:defRPr sz="2800"/>
              </a:pPr>
              <a:r>
                <a:t>Omnihil et, occulpa venient ab ilibusam volectes</a:t>
              </a:r>
            </a:p>
            <a:p>
              <a:pPr marL="457200" indent="-457200">
                <a:lnSpc>
                  <a:spcPct val="150000"/>
                </a:lnSpc>
                <a:buSzPct val="100000"/>
                <a:buFont typeface="Arial"/>
                <a:buChar char="•"/>
                <a:defRPr sz="2800"/>
              </a:pPr>
              <a:r>
                <a:t>Tori sitius inciis net voluptatiis auditius dem venimus </a:t>
              </a:r>
            </a:p>
            <a:p>
              <a:pPr marL="457200" indent="-457200">
                <a:lnSpc>
                  <a:spcPct val="150000"/>
                </a:lnSpc>
                <a:buSzPct val="100000"/>
                <a:buFont typeface="Arial"/>
                <a:buChar char="•"/>
                <a:defRPr sz="2800"/>
              </a:pPr>
              <a:r>
                <a:t>Ium eatius dolupta</a:t>
              </a:r>
            </a:p>
            <a:p>
              <a:pPr>
                <a:defRPr sz="2800"/>
              </a:pPr>
            </a:p>
            <a:p>
              <a:pPr>
                <a:defRPr sz="2800"/>
              </a:pPr>
              <a:r>
                <a:t>Ossus volupicabore et iminciae nitati diaeculpa cumquo omnihil et, occulpa venient ab ilibusam volectes vellic tori sitiusam inciis net voluptatiis auditius dem venimus.</a:t>
              </a:r>
            </a:p>
          </p:txBody>
        </p:sp>
      </p:grpSp>
      <p:grpSp>
        <p:nvGrpSpPr>
          <p:cNvPr id="101" name="TextBox 7"/>
          <p:cNvGrpSpPr/>
          <p:nvPr/>
        </p:nvGrpSpPr>
        <p:grpSpPr>
          <a:xfrm>
            <a:off x="22370995" y="5923719"/>
            <a:ext cx="10058401" cy="10287001"/>
            <a:chOff x="0" y="0"/>
            <a:chExt cx="10058400" cy="10287000"/>
          </a:xfrm>
        </p:grpSpPr>
        <p:sp>
          <p:nvSpPr>
            <p:cNvPr id="99" name="Rectangle"/>
            <p:cNvSpPr/>
            <p:nvPr/>
          </p:nvSpPr>
          <p:spPr>
            <a:xfrm>
              <a:off x="0" y="0"/>
              <a:ext cx="10058400" cy="102870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0" name="Results…"/>
            <p:cNvSpPr txBox="1"/>
            <p:nvPr/>
          </p:nvSpPr>
          <p:spPr>
            <a:xfrm>
              <a:off x="45719" y="0"/>
              <a:ext cx="9966961" cy="9794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Results </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Suggested format for numbered list:</a:t>
              </a:r>
            </a:p>
            <a:p>
              <a:pPr marL="514350" indent="-514350">
                <a:lnSpc>
                  <a:spcPct val="150000"/>
                </a:lnSpc>
                <a:buSzPct val="100000"/>
                <a:buAutoNum type="arabicPeriod" startAt="1"/>
                <a:defRPr sz="2800"/>
              </a:pPr>
              <a:r>
                <a:t>Ossus volupicabore et iminciae nitati</a:t>
              </a:r>
            </a:p>
            <a:p>
              <a:pPr marL="514350" indent="-514350">
                <a:lnSpc>
                  <a:spcPct val="150000"/>
                </a:lnSpc>
                <a:buSzPct val="100000"/>
                <a:buAutoNum type="arabicPeriod" startAt="1"/>
                <a:defRPr sz="2800"/>
              </a:pPr>
              <a:r>
                <a:t>Omnihil et, occulpa venient ab ilibusam volectes</a:t>
              </a:r>
            </a:p>
            <a:p>
              <a:pPr marL="514350" indent="-514350">
                <a:lnSpc>
                  <a:spcPct val="150000"/>
                </a:lnSpc>
                <a:buSzPct val="100000"/>
                <a:buAutoNum type="arabicPeriod" startAt="1"/>
                <a:defRPr sz="2800"/>
              </a:pPr>
              <a:r>
                <a:t>Tori sitius inciis net voluptatiis </a:t>
              </a:r>
            </a:p>
            <a:p>
              <a:pPr marL="514350" indent="-514350">
                <a:lnSpc>
                  <a:spcPct val="150000"/>
                </a:lnSpc>
                <a:buSzPct val="100000"/>
                <a:buAutoNum type="arabicPeriod" startAt="1"/>
                <a:defRPr sz="2800"/>
              </a:pPr>
              <a:r>
                <a:t>Auditius dem venimus </a:t>
              </a:r>
            </a:p>
            <a:p>
              <a:pPr marL="514350" indent="-514350">
                <a:lnSpc>
                  <a:spcPct val="150000"/>
                </a:lnSpc>
                <a:buSzPct val="100000"/>
                <a:buAutoNum type="arabicPeriod" startAt="1"/>
                <a:defRPr sz="2800"/>
              </a:pPr>
              <a:r>
                <a:t>Ium eatius dolupta</a:t>
              </a:r>
            </a:p>
            <a:p>
              <a:pPr>
                <a:defRPr sz="2800"/>
              </a:pPr>
            </a:p>
            <a:p>
              <a:pPr>
                <a:defRPr sz="2800"/>
              </a:pPr>
              <a:r>
                <a:t>Ossus volupicabore et iminciae nitati diaeculpa cumquo omnihil et, occulpa venient ab ilibusam volectes vellic tori sitiusam inciis net voluptatiis auditius dem venimus.</a:t>
              </a:r>
            </a:p>
          </p:txBody>
        </p:sp>
      </p:grpSp>
      <p:grpSp>
        <p:nvGrpSpPr>
          <p:cNvPr id="104" name="TextBox 8"/>
          <p:cNvGrpSpPr/>
          <p:nvPr/>
        </p:nvGrpSpPr>
        <p:grpSpPr>
          <a:xfrm>
            <a:off x="33355722" y="5923719"/>
            <a:ext cx="9144001" cy="12344401"/>
            <a:chOff x="0" y="0"/>
            <a:chExt cx="9144000" cy="12344400"/>
          </a:xfrm>
        </p:grpSpPr>
        <p:sp>
          <p:nvSpPr>
            <p:cNvPr id="102" name="Rectangle"/>
            <p:cNvSpPr/>
            <p:nvPr/>
          </p:nvSpPr>
          <p:spPr>
            <a:xfrm>
              <a:off x="0" y="0"/>
              <a:ext cx="9144000" cy="123444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3" name="Findings…"/>
            <p:cNvSpPr txBox="1"/>
            <p:nvPr/>
          </p:nvSpPr>
          <p:spPr>
            <a:xfrm>
              <a:off x="45719" y="0"/>
              <a:ext cx="9052561" cy="10657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Findings</a:t>
              </a:r>
            </a:p>
            <a:p>
              <a:pPr>
                <a:lnSpc>
                  <a:spcPct val="150000"/>
                </a:lnSpc>
                <a:defRPr b="1" sz="2800"/>
              </a:pPr>
              <a:r>
                <a:t>Subheader</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a:p>
              <a:pPr>
                <a:defRPr sz="2800"/>
              </a:pPr>
            </a:p>
            <a:p>
              <a:pPr>
                <a:defRPr sz="2800"/>
              </a:pPr>
              <a:r>
                <a:t>Ossus volupicabore et iminciae nitati diaeculpa cumquo omnihil et, occulpa venient ab ilibusam volectes vellic tori sitius inciis net voluptatiis auditius dem venimus, ium eatius dolupta</a:t>
              </a:r>
            </a:p>
            <a:p>
              <a:pPr>
                <a:defRPr sz="2800"/>
              </a:pPr>
            </a:p>
            <a:p>
              <a:pPr>
                <a:lnSpc>
                  <a:spcPct val="150000"/>
                </a:lnSpc>
                <a:defRPr b="1" sz="2800"/>
              </a:pPr>
              <a:r>
                <a:t>Subheader</a:t>
              </a:r>
            </a:p>
            <a:p>
              <a:pPr>
                <a:defRPr sz="2800"/>
              </a:pPr>
              <a:r>
                <a:t>Ossus volupicabore et iminciae nitati diaeculpa cumquo omnihil et, occulpa venient ab ilibusam volectes vellic tori sitiusam inciis net voluptatiis auditius dem venimus, ium eatius dolupta tatumquae num eos im fugitis ipienimet estisit, que con nonsequi culluptia as dis consequatem qui aliqui doluptatum est, od quo blab ilias eum exeres delitem qui ipiti omnisquam harchic empere.</a:t>
              </a:r>
            </a:p>
          </p:txBody>
        </p:sp>
      </p:grpSp>
      <p:grpSp>
        <p:nvGrpSpPr>
          <p:cNvPr id="107" name="TextBox 9"/>
          <p:cNvGrpSpPr/>
          <p:nvPr/>
        </p:nvGrpSpPr>
        <p:grpSpPr>
          <a:xfrm>
            <a:off x="33355722" y="18812405"/>
            <a:ext cx="9144001" cy="4114801"/>
            <a:chOff x="0" y="0"/>
            <a:chExt cx="9144000" cy="4114800"/>
          </a:xfrm>
        </p:grpSpPr>
        <p:sp>
          <p:nvSpPr>
            <p:cNvPr id="105" name="Rectangle"/>
            <p:cNvSpPr/>
            <p:nvPr/>
          </p:nvSpPr>
          <p:spPr>
            <a:xfrm>
              <a:off x="0" y="0"/>
              <a:ext cx="9144000" cy="41148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6" name="Implications…"/>
            <p:cNvSpPr txBox="1"/>
            <p:nvPr/>
          </p:nvSpPr>
          <p:spPr>
            <a:xfrm>
              <a:off x="45719" y="0"/>
              <a:ext cx="9052561" cy="3749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Implications </a:t>
              </a:r>
            </a:p>
            <a:p>
              <a:pPr>
                <a:defRPr sz="2800"/>
              </a:pPr>
              <a:r>
                <a:t>Content goes here: Totat ullaborernam harci cus, cuscidendit lat et as eum explit apicaboria am que vendent inullup tatur? Quia voluptat ut prae. Qui blatibu saecture, ut volor as a audae es elenti quis qui tessum faccuptatet odignisim eatur, sincia nusdantent estem haruntiatint idit rem ulpa et exped que provitatatur seque pro idi nos quid quo vent.</a:t>
              </a:r>
            </a:p>
          </p:txBody>
        </p:sp>
      </p:grpSp>
      <p:grpSp>
        <p:nvGrpSpPr>
          <p:cNvPr id="110" name="TextBox 10"/>
          <p:cNvGrpSpPr/>
          <p:nvPr/>
        </p:nvGrpSpPr>
        <p:grpSpPr>
          <a:xfrm>
            <a:off x="33355722" y="23471489"/>
            <a:ext cx="9144001" cy="4114801"/>
            <a:chOff x="0" y="0"/>
            <a:chExt cx="9144000" cy="4114800"/>
          </a:xfrm>
        </p:grpSpPr>
        <p:sp>
          <p:nvSpPr>
            <p:cNvPr id="108" name="Rectangle"/>
            <p:cNvSpPr/>
            <p:nvPr/>
          </p:nvSpPr>
          <p:spPr>
            <a:xfrm>
              <a:off x="0" y="0"/>
              <a:ext cx="9144000" cy="4114800"/>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9" name="Reference/Data Cite…"/>
            <p:cNvSpPr txBox="1"/>
            <p:nvPr/>
          </p:nvSpPr>
          <p:spPr>
            <a:xfrm>
              <a:off x="45719" y="0"/>
              <a:ext cx="9052561" cy="2453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4200"/>
              </a:pPr>
              <a:r>
                <a:t>Reference/Data Cite</a:t>
              </a:r>
            </a:p>
            <a:p>
              <a:pPr>
                <a:defRPr sz="2800"/>
              </a:pPr>
              <a:r>
                <a:t>Content goes here: Totat ullaborernam harci cus, cuscidendit lat et as eum explit apicaboria am que vendent inullup tatur? Quia voluptat ut prae. Qui blatibu saecture, ut volor as a audae es elenti quis. </a:t>
              </a:r>
            </a:p>
          </p:txBody>
        </p:sp>
      </p:grpSp>
      <p:pic>
        <p:nvPicPr>
          <p:cNvPr id="111" name="Screenshot 2026-02-10 at 12.34.27 AM.png" descr="Screenshot 2026-02-10 at 12.34.27 AM.png"/>
          <p:cNvPicPr>
            <a:picLocks noChangeAspect="1"/>
          </p:cNvPicPr>
          <p:nvPr/>
        </p:nvPicPr>
        <p:blipFill>
          <a:blip r:embed="rId3">
            <a:extLst/>
          </a:blip>
          <a:stretch>
            <a:fillRect/>
          </a:stretch>
        </p:blipFill>
        <p:spPr>
          <a:xfrm>
            <a:off x="11039343" y="16415655"/>
            <a:ext cx="6195225" cy="5592447"/>
          </a:xfrm>
          <a:prstGeom prst="rect">
            <a:avLst/>
          </a:prstGeom>
          <a:ln w="12700">
            <a:miter lim="400000"/>
          </a:ln>
        </p:spPr>
      </p:pic>
      <p:pic>
        <p:nvPicPr>
          <p:cNvPr id="112" name="Screenshot 2026-02-10 at 1.01.38 PM.png" descr="Screenshot 2026-02-10 at 1.01.38 PM.png"/>
          <p:cNvPicPr>
            <a:picLocks noChangeAspect="1"/>
          </p:cNvPicPr>
          <p:nvPr/>
        </p:nvPicPr>
        <p:blipFill>
          <a:blip r:embed="rId4">
            <a:extLst/>
          </a:blip>
          <a:stretch>
            <a:fillRect/>
          </a:stretch>
        </p:blipFill>
        <p:spPr>
          <a:xfrm>
            <a:off x="14460316" y="27409264"/>
            <a:ext cx="7401517" cy="5265596"/>
          </a:xfrm>
          <a:prstGeom prst="rect">
            <a:avLst/>
          </a:prstGeom>
          <a:ln w="12700">
            <a:miter lim="400000"/>
          </a:ln>
        </p:spPr>
      </p:pic>
      <p:pic>
        <p:nvPicPr>
          <p:cNvPr id="113" name="Screenshot 2026-02-10 at 12.56.03 PM.png" descr="Screenshot 2026-02-10 at 12.56.03 PM.png"/>
          <p:cNvPicPr>
            <a:picLocks noChangeAspect="1"/>
          </p:cNvPicPr>
          <p:nvPr/>
        </p:nvPicPr>
        <p:blipFill>
          <a:blip r:embed="rId5">
            <a:extLst/>
          </a:blip>
          <a:stretch>
            <a:fillRect/>
          </a:stretch>
        </p:blipFill>
        <p:spPr>
          <a:xfrm>
            <a:off x="11061964" y="22444665"/>
            <a:ext cx="6267685" cy="4686387"/>
          </a:xfrm>
          <a:prstGeom prst="rect">
            <a:avLst/>
          </a:prstGeom>
          <a:ln w="12700">
            <a:miter lim="400000"/>
          </a:ln>
        </p:spPr>
      </p:pic>
      <p:pic>
        <p:nvPicPr>
          <p:cNvPr id="114" name="Screenshot 2026-02-10 at 1.23.27 PM.png" descr="Screenshot 2026-02-10 at 1.23.27 PM.png"/>
          <p:cNvPicPr>
            <a:picLocks noChangeAspect="1"/>
          </p:cNvPicPr>
          <p:nvPr/>
        </p:nvPicPr>
        <p:blipFill>
          <a:blip r:embed="rId6">
            <a:extLst/>
          </a:blip>
          <a:stretch>
            <a:fillRect/>
          </a:stretch>
        </p:blipFill>
        <p:spPr>
          <a:xfrm>
            <a:off x="22028826" y="16595322"/>
            <a:ext cx="10889989" cy="7883195"/>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Research Poster">
  <a:themeElements>
    <a:clrScheme name="Research Poster">
      <a:dk1>
        <a:srgbClr val="363434"/>
      </a:dk1>
      <a:lt1>
        <a:srgbClr val="501214"/>
      </a:lt1>
      <a:dk2>
        <a:srgbClr val="A7A7A7"/>
      </a:dk2>
      <a:lt2>
        <a:srgbClr val="535353"/>
      </a:lt2>
      <a:accent1>
        <a:srgbClr val="D7BD8A"/>
      </a:accent1>
      <a:accent2>
        <a:srgbClr val="EB2E47"/>
      </a:accent2>
      <a:accent3>
        <a:srgbClr val="6EA095"/>
      </a:accent3>
      <a:accent4>
        <a:srgbClr val="EBBA45"/>
      </a:accent4>
      <a:accent5>
        <a:srgbClr val="EA664D"/>
      </a:accent5>
      <a:accent6>
        <a:srgbClr val="AC9155"/>
      </a:accent6>
      <a:hlink>
        <a:srgbClr val="0000FF"/>
      </a:hlink>
      <a:folHlink>
        <a:srgbClr val="FF00FF"/>
      </a:folHlink>
    </a:clrScheme>
    <a:fontScheme name="Research Poster">
      <a:majorFont>
        <a:latin typeface="Helvetica"/>
        <a:ea typeface="Helvetica"/>
        <a:cs typeface="Helvetica"/>
      </a:majorFont>
      <a:minorFont>
        <a:latin typeface="Calibri"/>
        <a:ea typeface="Calibri"/>
        <a:cs typeface="Calibri"/>
      </a:minorFont>
    </a:fontScheme>
    <a:fmtScheme name="Research Po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Research Poster">
  <a:themeElements>
    <a:clrScheme name="Research Poster">
      <a:dk1>
        <a:srgbClr val="000000"/>
      </a:dk1>
      <a:lt1>
        <a:srgbClr val="FFFFFF"/>
      </a:lt1>
      <a:dk2>
        <a:srgbClr val="A7A7A7"/>
      </a:dk2>
      <a:lt2>
        <a:srgbClr val="535353"/>
      </a:lt2>
      <a:accent1>
        <a:srgbClr val="D7BD8A"/>
      </a:accent1>
      <a:accent2>
        <a:srgbClr val="EB2E47"/>
      </a:accent2>
      <a:accent3>
        <a:srgbClr val="6EA095"/>
      </a:accent3>
      <a:accent4>
        <a:srgbClr val="EBBA45"/>
      </a:accent4>
      <a:accent5>
        <a:srgbClr val="EA664D"/>
      </a:accent5>
      <a:accent6>
        <a:srgbClr val="AC9155"/>
      </a:accent6>
      <a:hlink>
        <a:srgbClr val="0000FF"/>
      </a:hlink>
      <a:folHlink>
        <a:srgbClr val="FF00FF"/>
      </a:folHlink>
    </a:clrScheme>
    <a:fontScheme name="Research Poster">
      <a:majorFont>
        <a:latin typeface="Helvetica"/>
        <a:ea typeface="Helvetica"/>
        <a:cs typeface="Helvetica"/>
      </a:majorFont>
      <a:minorFont>
        <a:latin typeface="Calibri"/>
        <a:ea typeface="Calibri"/>
        <a:cs typeface="Calibri"/>
      </a:minorFont>
    </a:fontScheme>
    <a:fmtScheme name="Research Po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63434"/>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